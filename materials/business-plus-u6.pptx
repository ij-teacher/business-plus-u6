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1192" r:id="rId2"/>
    <p:sldId id="1193" r:id="rId3"/>
    <p:sldId id="1212" r:id="rId4"/>
    <p:sldId id="1194" r:id="rId5"/>
    <p:sldId id="1195" r:id="rId6"/>
    <p:sldId id="1215" r:id="rId7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60075443-4AB0-4B71-8AFE-43D7ADF845A4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108"/>
            <a:ext cx="3078427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2" y="9721108"/>
            <a:ext cx="3078427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8EDD4CFE-7CF2-456F-8AE3-2FE28189ED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222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CE9207D0-DC47-4919-A439-8805B78F84B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1F758ADB-42A9-44B4-9E8B-B544198FF5C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TW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36B0156E-7BBE-4C09-9967-4194191608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763" indent="-309524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098" indent="-24762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337" indent="-24762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576" indent="-24762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723815" indent="-24762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219054" indent="-24762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714293" indent="-24762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209532" indent="-24762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80481DC-1518-419B-9F32-39B6433FC037}" type="slidenum">
              <a:rPr lang="en-US" altLang="zh-TW"/>
              <a:pPr>
                <a:spcBef>
                  <a:spcPct val="0"/>
                </a:spcBef>
              </a:pPr>
              <a:t>1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CE21DE73-F6BA-4146-B0F5-6A517EA151A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C1AB4850-F6C2-4AE8-A3F8-793E025B14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TW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488BB37D-20B9-45A7-8A74-044582B246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763" indent="-309524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098" indent="-24762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337" indent="-24762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576" indent="-24762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723815" indent="-24762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219054" indent="-24762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714293" indent="-24762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209532" indent="-24762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6600044-200E-4873-801E-F0A211138EC7}" type="slidenum">
              <a:rPr lang="en-US" altLang="zh-TW"/>
              <a:pPr>
                <a:spcBef>
                  <a:spcPct val="0"/>
                </a:spcBef>
              </a:pPr>
              <a:t>2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15CB1EEE-CF1E-433F-8579-8DEE805C9B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079A453F-2D39-4C63-9F41-BD25B26C3EB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TW"/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0918DFBB-80D3-40A6-8986-4B1DCBF417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763" indent="-309524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098" indent="-24762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337" indent="-24762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576" indent="-24762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723815" indent="-24762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219054" indent="-24762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714293" indent="-24762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209532" indent="-24762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F5FF59C-E96F-4E0F-9E6F-176E097CE593}" type="slidenum">
              <a:rPr lang="en-US" altLang="zh-TW"/>
              <a:pPr>
                <a:spcBef>
                  <a:spcPct val="0"/>
                </a:spcBef>
              </a:pPr>
              <a:t>3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FFC033B6-E7B0-46E1-928C-6EEBCDD74D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EA0F2E32-77F6-4A8D-A92F-18EF9823C8A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TW"/>
          </a:p>
        </p:txBody>
      </p:sp>
      <p:sp>
        <p:nvSpPr>
          <p:cNvPr id="307203" name="Slide Number Placeholder 3">
            <a:extLst>
              <a:ext uri="{FF2B5EF4-FFF2-40B4-BE49-F238E27FC236}">
                <a16:creationId xmlns:a16="http://schemas.microsoft.com/office/drawing/2014/main" id="{86E0A515-6306-41B3-BEEF-79F0331A2B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804763" indent="-309524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238098" indent="-24762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733337" indent="-24762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228576" indent="-24762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4E90AAD2-0FEC-4579-81B1-84F213871883}" type="slidenum">
              <a:rPr kumimoji="0" lang="en-US" altLang="zh-TW">
                <a:latin typeface="Calibri" panose="020F0502020204030204" pitchFamily="34" charset="0"/>
              </a:rPr>
              <a:pPr eaLnBrk="1" hangingPunct="1"/>
              <a:t>4</a:t>
            </a:fld>
            <a:endParaRPr kumimoji="0" lang="en-US" altLang="zh-TW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C3D514A7-CF6D-4DD7-BA55-C444D013FD5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E7751F15-B359-4133-B04A-C4C8A13C5B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TW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C175236B-EF3A-40EB-A772-36C9DE947C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763" indent="-309524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098" indent="-24762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337" indent="-24762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576" indent="-24762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723815" indent="-24762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219054" indent="-24762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714293" indent="-24762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209532" indent="-24762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B310D2E-6FB0-4143-8C05-57B359CECC11}" type="slidenum">
              <a:rPr lang="en-US" altLang="zh-TW"/>
              <a:pPr>
                <a:spcBef>
                  <a:spcPct val="0"/>
                </a:spcBef>
              </a:pPr>
              <a:t>5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13A1ABC0-DAC7-4165-8CFB-08383145468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D77E6537-1393-4E30-BCBE-167B44223BB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TW"/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5B8A9CE3-96CF-43EF-B426-78703EDDCE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763" indent="-309524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098" indent="-24762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337" indent="-24762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576" indent="-24762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723815" indent="-24762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219054" indent="-24762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714293" indent="-24762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209532" indent="-24762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EF55819-F4EE-48BB-A4AA-79D925A7B045}" type="slidenum">
              <a:rPr lang="en-US" altLang="zh-TW"/>
              <a:pPr>
                <a:spcBef>
                  <a:spcPct val="0"/>
                </a:spcBef>
              </a:pPr>
              <a:t>6</a:t>
            </a:fld>
            <a:endParaRPr lang="en-US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9D0E38-837E-4388-BED7-4076D5AF0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935F815-D745-4E8C-B66E-6839CF7F13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C60C54-1F65-4B6F-8714-B0B350B1B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8090-E8B9-40F5-BAC5-D7F565BE95F6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7B69FB8-5188-4102-92DA-AFFD4B5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7FB714-5C40-4D2F-AE84-A18F525D7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1C1F8-89F9-4C23-80E7-03423D4C61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0863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CA589E-03F6-4A33-9916-F0289B412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137221F-2C85-4806-9F5C-3D67143DC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06936C6-38B7-4F13-AD05-2EDE5D87B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8090-E8B9-40F5-BAC5-D7F565BE95F6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F07C4BA-7727-4FAC-8CDF-D7A5B25DA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7D294A1-5854-42CA-AE91-5FBCA7498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1C1F8-89F9-4C23-80E7-03423D4C61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9323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452E48-E18D-4C7A-8916-6BF049155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FA75944-4B98-46A1-BFCC-FECE87F3A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6C0EAA1-993C-4CB6-9768-6DCAF375B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8090-E8B9-40F5-BAC5-D7F565BE95F6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42A0FFB-2321-4677-8E91-92EEAEC44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17EA30-7707-4F2A-88B7-B2E6E1C25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1C1F8-89F9-4C23-80E7-03423D4C61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5981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8244E4-BABC-4198-BD32-BB7A9BBBA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CC4301-1AC6-4492-A975-9239143D8E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F478A74-EFA4-4254-BB6D-D734A8368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1E40C77-D40C-4FC0-A9E7-DF4EA67D5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8090-E8B9-40F5-BAC5-D7F565BE95F6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5406BC4-9035-42AB-9385-5D29B3EAF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370D01F-2A5D-451B-A119-DB6C1788B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1C1F8-89F9-4C23-80E7-03423D4C61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0237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7CB316-4FA0-41F6-B6E4-C2AD12455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F4D2A00-6B5D-49A8-B3A1-5537D5575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D0DD2D8-8885-45C4-9BD1-38B28D8A7E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84FD30-E6A7-4151-A321-8F200534B3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EE29D48-14D3-4B9C-95B1-F1E5276A2D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27CA234-C99E-44BB-AD5A-C39CBB32A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8090-E8B9-40F5-BAC5-D7F565BE95F6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E1F7797-AB36-405A-9D7F-F104FF9C8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44A9302-A222-4C43-899F-9CC6D4A94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1C1F8-89F9-4C23-80E7-03423D4C61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9693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64E69D-40A8-4B0E-ABD9-0C8AE75D5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143049A-1230-4E0D-B79D-B928BA884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8090-E8B9-40F5-BAC5-D7F565BE95F6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091AE61-752F-4B62-9BD3-0B226B163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7F12017-95D3-4183-BFED-4A8C29577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1C1F8-89F9-4C23-80E7-03423D4C61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5418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68F4AA3-DCF0-4A9D-BE07-E26B7301B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8090-E8B9-40F5-BAC5-D7F565BE95F6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79A3839-7724-45FB-A712-3B4153561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8334D6-E022-401B-9387-23C8A2A7A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1C1F8-89F9-4C23-80E7-03423D4C61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9157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CF7916-4700-4A0B-9D91-91176909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3DA979-25CF-4317-9E39-723CF55B6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735C0D5-A2D1-43FB-9872-FE2F43177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A761EA0-FBFF-4F95-9549-65EF0FC07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8090-E8B9-40F5-BAC5-D7F565BE95F6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FF9C024-2246-449E-A8EF-82B950E2C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2F78A75-19AE-4305-B066-A52E40E68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1C1F8-89F9-4C23-80E7-03423D4C61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6790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1B8FE5-EB4B-4C13-A669-D6775B4EE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C8557D6-C140-41FF-B361-8874047CBC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506A3CD-9FAA-4053-97B6-7AC0155CB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076D450-6DB5-438B-96FF-8C8B64182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8090-E8B9-40F5-BAC5-D7F565BE95F6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B2E5550-86E2-4267-9826-D6C5BFB73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97561BC-E90B-4793-8409-C1BC08E8F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1C1F8-89F9-4C23-80E7-03423D4C61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4202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57BBD1-CA5D-449D-A45D-8F39260F3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F3D04CB-D6F3-42CD-8EDF-17F32EC814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FD74AC1-9BD1-4067-BD31-35CB5CD98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8090-E8B9-40F5-BAC5-D7F565BE95F6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CA3E61-F499-4DA2-A00F-2507F1820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76E372-4C1E-4565-B46B-53C8422C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1C1F8-89F9-4C23-80E7-03423D4C61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6199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632C70C-BA85-404C-9A8B-08DFBA6269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84E3458-7073-419D-B524-D973415FB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B644EA-0FA1-4176-9C64-28E6A3234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8090-E8B9-40F5-BAC5-D7F565BE95F6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001616-2A0E-4DA8-B6BC-3246C4DBB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3E1E12-38BD-48F2-B1E7-D3567DF02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1C1F8-89F9-4C23-80E7-03423D4C61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6813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F3FA8FB-7A1A-4DDA-B73D-ED4C7602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D3D72-9C9F-4D9C-A02F-CA2D9E6A4EB3}" type="datetimeFigureOut">
              <a:rPr lang="en-US"/>
              <a:pPr>
                <a:defRPr/>
              </a:pPr>
              <a:t>3/10/2026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294257B-95AB-44B2-AEB0-19C7F74D5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418" y="6356351"/>
            <a:ext cx="10943167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63198F2-77A2-4CFE-9759-202A15E39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3A7D0F6-A820-429A-9BE8-9501D4ED7C2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42476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46667FD-EF77-4F12-9AC3-2E718904D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1569782-65B7-42CF-AB12-B3F633C33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255A95B-6776-4411-A75E-2BD7B1B063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D8090-E8B9-40F5-BAC5-D7F565BE95F6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9FBEC03-3408-420D-AE89-E54036E419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34509A-4E67-4E91-B2AC-3A3A756F20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1C1F8-89F9-4C23-80E7-03423D4C61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1171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9">
            <a:extLst>
              <a:ext uri="{FF2B5EF4-FFF2-40B4-BE49-F238E27FC236}">
                <a16:creationId xmlns:a16="http://schemas.microsoft.com/office/drawing/2014/main" id="{BD069FEE-5718-4287-BC11-E465EBA0F036}"/>
              </a:ext>
            </a:extLst>
          </p:cNvPr>
          <p:cNvGrpSpPr>
            <a:grpSpLocks/>
          </p:cNvGrpSpPr>
          <p:nvPr/>
        </p:nvGrpSpPr>
        <p:grpSpPr bwMode="auto">
          <a:xfrm>
            <a:off x="1409700" y="-106363"/>
            <a:ext cx="9144000" cy="458788"/>
            <a:chOff x="-114300" y="-107125"/>
            <a:chExt cx="9144000" cy="459117"/>
          </a:xfrm>
        </p:grpSpPr>
        <p:pic>
          <p:nvPicPr>
            <p:cNvPr id="23558" name="Picture 13">
              <a:extLst>
                <a:ext uri="{FF2B5EF4-FFF2-40B4-BE49-F238E27FC236}">
                  <a16:creationId xmlns:a16="http://schemas.microsoft.com/office/drawing/2014/main" id="{8EEABC3E-5A67-4287-B219-740A9822C3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14300" y="-107125"/>
              <a:ext cx="9144000" cy="4591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59" name="Rectangle 4">
              <a:extLst>
                <a:ext uri="{FF2B5EF4-FFF2-40B4-BE49-F238E27FC236}">
                  <a16:creationId xmlns:a16="http://schemas.microsoft.com/office/drawing/2014/main" id="{D34D3906-62E5-4C4A-B513-F0B00CE886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1" y="43190"/>
              <a:ext cx="6858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100" b="1">
                  <a:latin typeface="Arial" panose="020B0604020202020204" pitchFamily="34" charset="0"/>
                </a:rPr>
                <a:t>UNIT 6</a:t>
              </a:r>
            </a:p>
          </p:txBody>
        </p:sp>
      </p:grpSp>
      <p:sp>
        <p:nvSpPr>
          <p:cNvPr id="23555" name="Rectangle 4">
            <a:extLst>
              <a:ext uri="{FF2B5EF4-FFF2-40B4-BE49-F238E27FC236}">
                <a16:creationId xmlns:a16="http://schemas.microsoft.com/office/drawing/2014/main" id="{97E9EC49-5B1E-4D1B-A9BA-B8E3DEE34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1" y="42864"/>
            <a:ext cx="27908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100" i="1">
                <a:latin typeface="Arial" panose="020B0604020202020204" pitchFamily="34" charset="0"/>
              </a:rPr>
              <a:t>Out and about: Page 46</a:t>
            </a:r>
          </a:p>
        </p:txBody>
      </p:sp>
      <p:pic>
        <p:nvPicPr>
          <p:cNvPr id="23556" name="Picture 5">
            <a:extLst>
              <a:ext uri="{FF2B5EF4-FFF2-40B4-BE49-F238E27FC236}">
                <a16:creationId xmlns:a16="http://schemas.microsoft.com/office/drawing/2014/main" id="{3F5758CA-E1C2-431C-80E1-D6691EC304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679450"/>
            <a:ext cx="7669213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1">
            <a:extLst>
              <a:ext uri="{FF2B5EF4-FFF2-40B4-BE49-F238E27FC236}">
                <a16:creationId xmlns:a16="http://schemas.microsoft.com/office/drawing/2014/main" id="{72946D93-126B-48AD-A445-EDAC7984D5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50"/>
          <a:stretch>
            <a:fillRect/>
          </a:stretch>
        </p:blipFill>
        <p:spPr bwMode="auto">
          <a:xfrm>
            <a:off x="1631951" y="1196976"/>
            <a:ext cx="8601075" cy="484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9">
            <a:extLst>
              <a:ext uri="{FF2B5EF4-FFF2-40B4-BE49-F238E27FC236}">
                <a16:creationId xmlns:a16="http://schemas.microsoft.com/office/drawing/2014/main" id="{981B2DC9-42A6-46AD-851E-3C1AA0913324}"/>
              </a:ext>
            </a:extLst>
          </p:cNvPr>
          <p:cNvGrpSpPr>
            <a:grpSpLocks/>
          </p:cNvGrpSpPr>
          <p:nvPr/>
        </p:nvGrpSpPr>
        <p:grpSpPr bwMode="auto">
          <a:xfrm>
            <a:off x="1409700" y="-106363"/>
            <a:ext cx="9144000" cy="458788"/>
            <a:chOff x="-114300" y="-107125"/>
            <a:chExt cx="9144000" cy="459117"/>
          </a:xfrm>
        </p:grpSpPr>
        <p:pic>
          <p:nvPicPr>
            <p:cNvPr id="25606" name="Picture 13">
              <a:extLst>
                <a:ext uri="{FF2B5EF4-FFF2-40B4-BE49-F238E27FC236}">
                  <a16:creationId xmlns:a16="http://schemas.microsoft.com/office/drawing/2014/main" id="{32FAE87F-417F-4189-BDBE-9D23BB1C4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14300" y="-107125"/>
              <a:ext cx="9144000" cy="4591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07" name="Rectangle 4">
              <a:extLst>
                <a:ext uri="{FF2B5EF4-FFF2-40B4-BE49-F238E27FC236}">
                  <a16:creationId xmlns:a16="http://schemas.microsoft.com/office/drawing/2014/main" id="{0429724F-D53A-4030-B8E7-2A81AECEE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1" y="43190"/>
              <a:ext cx="6858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100" b="1">
                  <a:latin typeface="Arial" panose="020B0604020202020204" pitchFamily="34" charset="0"/>
                </a:rPr>
                <a:t>UNIT 6</a:t>
              </a:r>
            </a:p>
          </p:txBody>
        </p:sp>
      </p:grpSp>
      <p:sp>
        <p:nvSpPr>
          <p:cNvPr id="25603" name="Rectangle 4">
            <a:extLst>
              <a:ext uri="{FF2B5EF4-FFF2-40B4-BE49-F238E27FC236}">
                <a16:creationId xmlns:a16="http://schemas.microsoft.com/office/drawing/2014/main" id="{FAF0781C-21B8-404E-A34B-76DFF4732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1" y="42864"/>
            <a:ext cx="27908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100" i="1">
                <a:latin typeface="Arial" panose="020B0604020202020204" pitchFamily="34" charset="0"/>
              </a:rPr>
              <a:t>Out and about: Page 47</a:t>
            </a:r>
          </a:p>
        </p:txBody>
      </p:sp>
      <p:pic>
        <p:nvPicPr>
          <p:cNvPr id="25604" name="Picture 5">
            <a:extLst>
              <a:ext uri="{FF2B5EF4-FFF2-40B4-BE49-F238E27FC236}">
                <a16:creationId xmlns:a16="http://schemas.microsoft.com/office/drawing/2014/main" id="{8D0772D9-4E61-4F51-A637-5B62400D3A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926" y="501650"/>
            <a:ext cx="7669213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1">
            <a:extLst>
              <a:ext uri="{FF2B5EF4-FFF2-40B4-BE49-F238E27FC236}">
                <a16:creationId xmlns:a16="http://schemas.microsoft.com/office/drawing/2014/main" id="{50201854-6117-4A14-8593-D91D931B21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10" b="64323"/>
          <a:stretch>
            <a:fillRect/>
          </a:stretch>
        </p:blipFill>
        <p:spPr bwMode="auto">
          <a:xfrm>
            <a:off x="1992314" y="1412876"/>
            <a:ext cx="8258175" cy="482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roup 9">
            <a:extLst>
              <a:ext uri="{FF2B5EF4-FFF2-40B4-BE49-F238E27FC236}">
                <a16:creationId xmlns:a16="http://schemas.microsoft.com/office/drawing/2014/main" id="{BAD068A6-8A42-42B4-BD02-FA127BCDF9D2}"/>
              </a:ext>
            </a:extLst>
          </p:cNvPr>
          <p:cNvGrpSpPr>
            <a:grpSpLocks/>
          </p:cNvGrpSpPr>
          <p:nvPr/>
        </p:nvGrpSpPr>
        <p:grpSpPr bwMode="auto">
          <a:xfrm>
            <a:off x="1409700" y="-106363"/>
            <a:ext cx="9144000" cy="458788"/>
            <a:chOff x="-114300" y="-107125"/>
            <a:chExt cx="9144000" cy="459117"/>
          </a:xfrm>
        </p:grpSpPr>
        <p:pic>
          <p:nvPicPr>
            <p:cNvPr id="27654" name="Picture 13">
              <a:extLst>
                <a:ext uri="{FF2B5EF4-FFF2-40B4-BE49-F238E27FC236}">
                  <a16:creationId xmlns:a16="http://schemas.microsoft.com/office/drawing/2014/main" id="{3019391B-5BE4-4B7D-BE6A-875F1F218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14300" y="-107125"/>
              <a:ext cx="9144000" cy="4591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55" name="Rectangle 4">
              <a:extLst>
                <a:ext uri="{FF2B5EF4-FFF2-40B4-BE49-F238E27FC236}">
                  <a16:creationId xmlns:a16="http://schemas.microsoft.com/office/drawing/2014/main" id="{5A962454-F833-444D-BB85-DD758DDFBF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1" y="43190"/>
              <a:ext cx="6858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100" b="1">
                  <a:latin typeface="Arial" panose="020B0604020202020204" pitchFamily="34" charset="0"/>
                </a:rPr>
                <a:t>UNIT 6</a:t>
              </a:r>
            </a:p>
          </p:txBody>
        </p:sp>
      </p:grpSp>
      <p:sp>
        <p:nvSpPr>
          <p:cNvPr id="27651" name="Rectangle 4">
            <a:extLst>
              <a:ext uri="{FF2B5EF4-FFF2-40B4-BE49-F238E27FC236}">
                <a16:creationId xmlns:a16="http://schemas.microsoft.com/office/drawing/2014/main" id="{D15D97F1-F863-4AC4-9D90-59897B7BA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1" y="42864"/>
            <a:ext cx="27908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100" i="1">
                <a:latin typeface="Arial" panose="020B0604020202020204" pitchFamily="34" charset="0"/>
              </a:rPr>
              <a:t>Out and about: Page 47</a:t>
            </a:r>
          </a:p>
        </p:txBody>
      </p:sp>
      <p:pic>
        <p:nvPicPr>
          <p:cNvPr id="27652" name="Picture 5">
            <a:extLst>
              <a:ext uri="{FF2B5EF4-FFF2-40B4-BE49-F238E27FC236}">
                <a16:creationId xmlns:a16="http://schemas.microsoft.com/office/drawing/2014/main" id="{73CB4D61-5596-4892-9022-BBFF002521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454025"/>
            <a:ext cx="7669213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2">
            <a:extLst>
              <a:ext uri="{FF2B5EF4-FFF2-40B4-BE49-F238E27FC236}">
                <a16:creationId xmlns:a16="http://schemas.microsoft.com/office/drawing/2014/main" id="{A4D4C2F9-236F-4273-BB6C-0D58EB7285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8" y="1341438"/>
            <a:ext cx="7561262" cy="507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Group 9">
            <a:extLst>
              <a:ext uri="{FF2B5EF4-FFF2-40B4-BE49-F238E27FC236}">
                <a16:creationId xmlns:a16="http://schemas.microsoft.com/office/drawing/2014/main" id="{2793CE75-45B8-446E-8B79-2AC6A2DBA0B5}"/>
              </a:ext>
            </a:extLst>
          </p:cNvPr>
          <p:cNvGrpSpPr>
            <a:grpSpLocks/>
          </p:cNvGrpSpPr>
          <p:nvPr/>
        </p:nvGrpSpPr>
        <p:grpSpPr bwMode="auto">
          <a:xfrm>
            <a:off x="1409700" y="-106363"/>
            <a:ext cx="9189876" cy="433387"/>
            <a:chOff x="-114300" y="-107125"/>
            <a:chExt cx="9144000" cy="459117"/>
          </a:xfrm>
        </p:grpSpPr>
        <p:pic>
          <p:nvPicPr>
            <p:cNvPr id="28684" name="Picture 13">
              <a:extLst>
                <a:ext uri="{FF2B5EF4-FFF2-40B4-BE49-F238E27FC236}">
                  <a16:creationId xmlns:a16="http://schemas.microsoft.com/office/drawing/2014/main" id="{BBD1492F-9355-4B82-AC35-A9AE085EE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14300" y="-107125"/>
              <a:ext cx="9144000" cy="4591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685" name="Rectangle 4">
              <a:extLst>
                <a:ext uri="{FF2B5EF4-FFF2-40B4-BE49-F238E27FC236}">
                  <a16:creationId xmlns:a16="http://schemas.microsoft.com/office/drawing/2014/main" id="{1D4BB010-942B-48C3-A77A-7C7610E35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1" y="43190"/>
              <a:ext cx="6858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/>
              <a:r>
                <a:rPr kumimoji="0" lang="en-US" altLang="zh-TW" sz="1100" b="1"/>
                <a:t>UNIT 6</a:t>
              </a:r>
            </a:p>
          </p:txBody>
        </p:sp>
      </p:grpSp>
      <p:sp>
        <p:nvSpPr>
          <p:cNvPr id="28675" name="Rectangle 4">
            <a:extLst>
              <a:ext uri="{FF2B5EF4-FFF2-40B4-BE49-F238E27FC236}">
                <a16:creationId xmlns:a16="http://schemas.microsoft.com/office/drawing/2014/main" id="{111DF5EE-02A8-4F5F-B15C-6C1C72758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1" y="42864"/>
            <a:ext cx="27908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en-US" altLang="zh-TW" sz="1100" i="1"/>
              <a:t>Out and about: Page 47</a:t>
            </a:r>
          </a:p>
        </p:txBody>
      </p:sp>
      <p:pic>
        <p:nvPicPr>
          <p:cNvPr id="28676" name="Picture 5">
            <a:extLst>
              <a:ext uri="{FF2B5EF4-FFF2-40B4-BE49-F238E27FC236}">
                <a16:creationId xmlns:a16="http://schemas.microsoft.com/office/drawing/2014/main" id="{88FACF30-148F-42FD-8E71-CF3200CAF1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712" y="363282"/>
            <a:ext cx="7669213" cy="551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7" name="Picture 2">
            <a:extLst>
              <a:ext uri="{FF2B5EF4-FFF2-40B4-BE49-F238E27FC236}">
                <a16:creationId xmlns:a16="http://schemas.microsoft.com/office/drawing/2014/main" id="{80584305-9449-4FBB-9C99-6819901D78E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4" t="53149" b="20123"/>
          <a:stretch/>
        </p:blipFill>
        <p:spPr bwMode="auto">
          <a:xfrm>
            <a:off x="1409700" y="950883"/>
            <a:ext cx="8660930" cy="456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9">
            <a:extLst>
              <a:ext uri="{FF2B5EF4-FFF2-40B4-BE49-F238E27FC236}">
                <a16:creationId xmlns:a16="http://schemas.microsoft.com/office/drawing/2014/main" id="{4DFA3576-C7A2-4135-BAC1-B36491835133}"/>
              </a:ext>
            </a:extLst>
          </p:cNvPr>
          <p:cNvGrpSpPr>
            <a:grpSpLocks/>
          </p:cNvGrpSpPr>
          <p:nvPr/>
        </p:nvGrpSpPr>
        <p:grpSpPr bwMode="auto">
          <a:xfrm>
            <a:off x="1409700" y="-106363"/>
            <a:ext cx="9144000" cy="458788"/>
            <a:chOff x="-114300" y="-107125"/>
            <a:chExt cx="9144000" cy="459117"/>
          </a:xfrm>
        </p:grpSpPr>
        <p:pic>
          <p:nvPicPr>
            <p:cNvPr id="29703" name="Picture 13">
              <a:extLst>
                <a:ext uri="{FF2B5EF4-FFF2-40B4-BE49-F238E27FC236}">
                  <a16:creationId xmlns:a16="http://schemas.microsoft.com/office/drawing/2014/main" id="{1C61A647-9054-4A96-90D8-2CF83FB39B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14300" y="-107125"/>
              <a:ext cx="9144000" cy="4591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704" name="Rectangle 4">
              <a:extLst>
                <a:ext uri="{FF2B5EF4-FFF2-40B4-BE49-F238E27FC236}">
                  <a16:creationId xmlns:a16="http://schemas.microsoft.com/office/drawing/2014/main" id="{D3912274-57FB-47D5-8E30-1E367B36A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1" y="43190"/>
              <a:ext cx="6858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100" b="1">
                  <a:latin typeface="Arial" panose="020B0604020202020204" pitchFamily="34" charset="0"/>
                </a:rPr>
                <a:t>UNIT 6</a:t>
              </a:r>
            </a:p>
          </p:txBody>
        </p:sp>
      </p:grpSp>
      <p:sp>
        <p:nvSpPr>
          <p:cNvPr id="29699" name="Rectangle 4">
            <a:extLst>
              <a:ext uri="{FF2B5EF4-FFF2-40B4-BE49-F238E27FC236}">
                <a16:creationId xmlns:a16="http://schemas.microsoft.com/office/drawing/2014/main" id="{BE55547D-273F-4BB5-A851-653D95A29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1" y="42864"/>
            <a:ext cx="27908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100" i="1">
                <a:latin typeface="Arial" panose="020B0604020202020204" pitchFamily="34" charset="0"/>
              </a:rPr>
              <a:t>Out and about: Page 48</a:t>
            </a:r>
          </a:p>
        </p:txBody>
      </p:sp>
      <p:pic>
        <p:nvPicPr>
          <p:cNvPr id="29700" name="Picture 1">
            <a:extLst>
              <a:ext uri="{FF2B5EF4-FFF2-40B4-BE49-F238E27FC236}">
                <a16:creationId xmlns:a16="http://schemas.microsoft.com/office/drawing/2014/main" id="{017E0B45-706C-473D-9018-C4846CBD65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414" y="393701"/>
            <a:ext cx="7667625" cy="63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7">
            <a:extLst>
              <a:ext uri="{FF2B5EF4-FFF2-40B4-BE49-F238E27FC236}">
                <a16:creationId xmlns:a16="http://schemas.microsoft.com/office/drawing/2014/main" id="{8F27A6A3-58AA-4FB4-9121-A79FEF91A3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001"/>
          <a:stretch>
            <a:fillRect/>
          </a:stretch>
        </p:blipFill>
        <p:spPr bwMode="auto">
          <a:xfrm>
            <a:off x="1858964" y="1196975"/>
            <a:ext cx="8245475" cy="367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6A3DE70-6E9C-40ED-965C-10C442E60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0313" y="2825751"/>
            <a:ext cx="25680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AU" altLang="zh-TW" sz="1200">
                <a:solidFill>
                  <a:srgbClr val="0000FF"/>
                </a:solidFill>
                <a:latin typeface="ZapfDingbats" panose="02020500000000000000"/>
              </a:rPr>
              <a:t>4</a:t>
            </a:r>
            <a:endParaRPr lang="en-AU" altLang="zh-TW" sz="120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9">
            <a:extLst>
              <a:ext uri="{FF2B5EF4-FFF2-40B4-BE49-F238E27FC236}">
                <a16:creationId xmlns:a16="http://schemas.microsoft.com/office/drawing/2014/main" id="{AFCAF69E-DAE6-4FCD-A867-D461A2AC5D9C}"/>
              </a:ext>
            </a:extLst>
          </p:cNvPr>
          <p:cNvGrpSpPr>
            <a:grpSpLocks/>
          </p:cNvGrpSpPr>
          <p:nvPr/>
        </p:nvGrpSpPr>
        <p:grpSpPr bwMode="auto">
          <a:xfrm>
            <a:off x="1409700" y="-106363"/>
            <a:ext cx="9144000" cy="458788"/>
            <a:chOff x="-114300" y="-107125"/>
            <a:chExt cx="9144000" cy="459117"/>
          </a:xfrm>
        </p:grpSpPr>
        <p:pic>
          <p:nvPicPr>
            <p:cNvPr id="37894" name="Picture 13">
              <a:extLst>
                <a:ext uri="{FF2B5EF4-FFF2-40B4-BE49-F238E27FC236}">
                  <a16:creationId xmlns:a16="http://schemas.microsoft.com/office/drawing/2014/main" id="{3F551646-1BE8-4254-A08B-447B1CF2AC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14300" y="-107125"/>
              <a:ext cx="9144000" cy="4591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895" name="Rectangle 4">
              <a:extLst>
                <a:ext uri="{FF2B5EF4-FFF2-40B4-BE49-F238E27FC236}">
                  <a16:creationId xmlns:a16="http://schemas.microsoft.com/office/drawing/2014/main" id="{EA3ACFF7-0F0C-40B8-9735-9E21B1FB8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1" y="43190"/>
              <a:ext cx="6858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100" b="1">
                  <a:latin typeface="Arial" panose="020B0604020202020204" pitchFamily="34" charset="0"/>
                </a:rPr>
                <a:t>UNIT 6</a:t>
              </a:r>
            </a:p>
          </p:txBody>
        </p:sp>
      </p:grpSp>
      <p:sp>
        <p:nvSpPr>
          <p:cNvPr id="37891" name="Rectangle 4">
            <a:extLst>
              <a:ext uri="{FF2B5EF4-FFF2-40B4-BE49-F238E27FC236}">
                <a16:creationId xmlns:a16="http://schemas.microsoft.com/office/drawing/2014/main" id="{39D6A9ED-6C98-4ECD-8EF0-A56B31344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1" y="42864"/>
            <a:ext cx="27908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100" i="1">
                <a:latin typeface="Arial" panose="020B0604020202020204" pitchFamily="34" charset="0"/>
              </a:rPr>
              <a:t>Out and about: Page 51</a:t>
            </a:r>
          </a:p>
        </p:txBody>
      </p:sp>
      <p:pic>
        <p:nvPicPr>
          <p:cNvPr id="37892" name="Picture 2">
            <a:extLst>
              <a:ext uri="{FF2B5EF4-FFF2-40B4-BE49-F238E27FC236}">
                <a16:creationId xmlns:a16="http://schemas.microsoft.com/office/drawing/2014/main" id="{DC907315-530D-4441-AD71-CC4C3D526D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445" y="327967"/>
            <a:ext cx="7980363" cy="347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>
            <a:extLst>
              <a:ext uri="{FF2B5EF4-FFF2-40B4-BE49-F238E27FC236}">
                <a16:creationId xmlns:a16="http://schemas.microsoft.com/office/drawing/2014/main" id="{80E59ECE-9964-4400-877F-14D503F7CFE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2" t="2594" r="5358" b="3404"/>
          <a:stretch/>
        </p:blipFill>
        <p:spPr bwMode="auto">
          <a:xfrm>
            <a:off x="1922106" y="695476"/>
            <a:ext cx="8064339" cy="5996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slow">
    <p:cut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55</Words>
  <Application>Microsoft Office PowerPoint</Application>
  <PresentationFormat>寬螢幕</PresentationFormat>
  <Paragraphs>19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新細明體</vt:lpstr>
      <vt:lpstr>Arial</vt:lpstr>
      <vt:lpstr>Calibri</vt:lpstr>
      <vt:lpstr>Calibri Light</vt:lpstr>
      <vt:lpstr>ZapfDingbats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陳怡容 [ijchen]</dc:creator>
  <cp:lastModifiedBy>陳怡容 [ijchen]</cp:lastModifiedBy>
  <cp:revision>3</cp:revision>
  <dcterms:created xsi:type="dcterms:W3CDTF">2026-03-10T12:56:17Z</dcterms:created>
  <dcterms:modified xsi:type="dcterms:W3CDTF">2026-03-10T13:05:27Z</dcterms:modified>
</cp:coreProperties>
</file>